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1"/>
  </p:notesMasterIdLst>
  <p:sldIdLst>
    <p:sldId id="1175" r:id="rId2"/>
    <p:sldId id="1137" r:id="rId3"/>
    <p:sldId id="1165" r:id="rId4"/>
    <p:sldId id="1172" r:id="rId5"/>
    <p:sldId id="1097" r:id="rId6"/>
    <p:sldId id="1174" r:id="rId7"/>
    <p:sldId id="1120" r:id="rId8"/>
    <p:sldId id="1152" r:id="rId9"/>
    <p:sldId id="1167" r:id="rId10"/>
    <p:sldId id="1156" r:id="rId11"/>
    <p:sldId id="1141" r:id="rId12"/>
    <p:sldId id="1142" r:id="rId13"/>
    <p:sldId id="1107" r:id="rId14"/>
    <p:sldId id="593" r:id="rId15"/>
    <p:sldId id="773" r:id="rId16"/>
    <p:sldId id="1016" r:id="rId17"/>
    <p:sldId id="1151" r:id="rId18"/>
    <p:sldId id="551" r:id="rId19"/>
    <p:sldId id="467" r:id="rId20"/>
  </p:sldIdLst>
  <p:sldSz cx="9144000" cy="5143500" type="screen16x9"/>
  <p:notesSz cx="6888163" cy="10020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FFB"/>
    <a:srgbClr val="FFFFC9"/>
    <a:srgbClr val="FEF5B4"/>
    <a:srgbClr val="FBD1AF"/>
    <a:srgbClr val="FCDBC0"/>
    <a:srgbClr val="FFCCCC"/>
    <a:srgbClr val="FFCC99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99" autoAdjust="0"/>
    <p:restoredTop sz="91379" autoAdjust="0"/>
  </p:normalViewPr>
  <p:slideViewPr>
    <p:cSldViewPr>
      <p:cViewPr varScale="1">
        <p:scale>
          <a:sx n="84" d="100"/>
          <a:sy n="84" d="100"/>
        </p:scale>
        <p:origin x="888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288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B71DC6A-7DC4-9BA7-300B-8C0B0650AF7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58988A-61CF-D0D9-21E1-A4B734B8659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6FE504A7-68C6-4292-97EA-6EAD99481744}" type="datetimeFigureOut">
              <a:rPr lang="en-US"/>
              <a:pPr>
                <a:defRPr/>
              </a:pPr>
              <a:t>5/30/2026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0CAC8B9-3406-FF3B-934A-F04628C8DB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7861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5DA313E-9262-AFF9-0590-F1208FC7E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8975" y="4759325"/>
            <a:ext cx="5510213" cy="4510088"/>
          </a:xfrm>
          <a:prstGeom prst="rect">
            <a:avLst/>
          </a:prstGeom>
        </p:spPr>
        <p:txBody>
          <a:bodyPr vert="horz" lIns="96616" tIns="48308" rIns="96616" bIns="48308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A3612-AF72-07C4-4279-9F196AF842C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C41AC-FAAD-1802-2C1B-72EE4CE4A7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wrap="square" lIns="96616" tIns="48308" rIns="96616" bIns="4830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4B42C3C-C0DD-4426-BC62-5EF669C6A33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221773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07B7900F-46A8-0C34-C606-5AE9F2C878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B7EE6C74-DD64-98C1-D491-9B2B338775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D" altLang="en-US" dirty="0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0033E0D3-1BA4-4BE2-D9B8-C4113CC239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56AAC9F-F3A2-4F03-BC6F-588951569E11}" type="slidenum">
              <a:rPr lang="en-US" altLang="en-US" smtClean="0">
                <a:latin typeface="Calibri" panose="020F0502020204030204" pitchFamily="34" charset="0"/>
              </a:rPr>
              <a:pPr/>
              <a:t>15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77117-248E-FAB1-10BC-43ACBC369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A7B27915-D68F-F7DE-7933-726B0B91258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24AC7BE8-0152-C7E0-3135-ABFDDED38D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49E614F0-1DD0-B84B-7858-3FA481A4A9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84225" indent="-301625" defTabSz="9191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06500" indent="-241300" defTabSz="9191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90688" indent="-241300" defTabSz="9191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173288" indent="-241300" defTabSz="9191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30488" indent="-241300" defTabSz="9191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87688" indent="-241300" defTabSz="9191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544888" indent="-241300" defTabSz="9191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02088" indent="-241300" defTabSz="9191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C883078-1E74-4B2D-92DA-FD30D5FF232A}" type="slidenum">
              <a:rPr lang="en-US" altLang="en-US" sz="1300" smtClean="0"/>
              <a:pPr>
                <a:spcBef>
                  <a:spcPct val="0"/>
                </a:spcBef>
              </a:pPr>
              <a:t>16</a:t>
            </a:fld>
            <a:endParaRPr lang="en-US" altLang="en-US" sz="1300" dirty="0"/>
          </a:p>
        </p:txBody>
      </p:sp>
    </p:spTree>
    <p:extLst>
      <p:ext uri="{BB962C8B-B14F-4D97-AF65-F5344CB8AC3E}">
        <p14:creationId xmlns:p14="http://schemas.microsoft.com/office/powerpoint/2010/main" val="1181321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77117-248E-FAB1-10BC-43ACBC369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A7B27915-D68F-F7DE-7933-726B0B91258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24AC7BE8-0152-C7E0-3135-ABFDDED38D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49E614F0-1DD0-B84B-7858-3FA481A4A9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84225" indent="-301625" defTabSz="9191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06500" indent="-241300" defTabSz="9191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90688" indent="-241300" defTabSz="9191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173288" indent="-241300" defTabSz="9191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30488" indent="-241300" defTabSz="9191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87688" indent="-241300" defTabSz="9191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544888" indent="-241300" defTabSz="9191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002088" indent="-241300" defTabSz="9191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C883078-1E74-4B2D-92DA-FD30D5FF232A}" type="slidenum">
              <a:rPr lang="en-US" altLang="en-US" sz="1300" smtClean="0"/>
              <a:pPr>
                <a:spcBef>
                  <a:spcPct val="0"/>
                </a:spcBef>
              </a:pPr>
              <a:t>17</a:t>
            </a:fld>
            <a:endParaRPr lang="en-US" altLang="en-US" sz="1300" dirty="0"/>
          </a:p>
        </p:txBody>
      </p:sp>
    </p:spTree>
    <p:extLst>
      <p:ext uri="{BB962C8B-B14F-4D97-AF65-F5344CB8AC3E}">
        <p14:creationId xmlns:p14="http://schemas.microsoft.com/office/powerpoint/2010/main" val="1181321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251970" y="889863"/>
            <a:ext cx="6636259" cy="3358450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9428" y="1556628"/>
            <a:ext cx="6509936" cy="1311547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050" spc="-113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9428" y="2929700"/>
            <a:ext cx="6505070" cy="99194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pPr>
              <a:defRPr/>
            </a:pPr>
            <a:fld id="{7B35B4BD-053F-43EB-BD42-9BACD757E1F1}" type="datetimeFigureOut">
              <a:rPr lang="en-US" smtClean="0"/>
              <a:pPr>
                <a:defRPr/>
              </a:pPr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>
              <a:defRPr/>
            </a:pPr>
            <a:fld id="{C8F37043-1D4A-489D-8200-A4A74D1A89C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41610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4234" cy="184233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8836" y="602389"/>
            <a:ext cx="4711405" cy="3936467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E877197-C386-437C-AAF1-F4E48815C16B}" type="datetimeFigureOut">
              <a:rPr lang="en-US" smtClean="0"/>
              <a:pPr>
                <a:defRPr/>
              </a:pPr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28C479-234D-41C2-9725-24D83E2F6C83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39282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2444659" y="889863"/>
            <a:ext cx="4249609" cy="3358450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162" y="1556047"/>
            <a:ext cx="4117668" cy="1267043"/>
          </a:xfrm>
        </p:spPr>
        <p:txBody>
          <a:bodyPr bIns="0" anchor="b">
            <a:normAutofit/>
          </a:bodyPr>
          <a:lstStyle>
            <a:lvl1pPr algn="ctr">
              <a:defRPr sz="33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8162" y="2885138"/>
            <a:ext cx="4117667" cy="1037828"/>
          </a:xfrm>
        </p:spPr>
        <p:txBody>
          <a:bodyPr tIns="0">
            <a:normAutofit/>
          </a:bodyPr>
          <a:lstStyle>
            <a:lvl1pPr marL="0" indent="0" algn="ctr">
              <a:buNone/>
              <a:defRPr sz="1350">
                <a:solidFill>
                  <a:srgbClr val="FFFEFF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pPr>
              <a:defRPr/>
            </a:pPr>
            <a:fld id="{8C7B3478-874A-410C-AAFB-8FAA4AE967EB}" type="datetimeFigureOut">
              <a:rPr lang="en-US" smtClean="0"/>
              <a:pPr>
                <a:defRPr/>
              </a:pPr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>
              <a:defRPr/>
            </a:pPr>
            <a:fld id="{8449D0E8-11A8-403B-89F5-F7B66DF9AA9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68609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1754752"/>
            <a:ext cx="2625621" cy="1852549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40659" y="602391"/>
            <a:ext cx="4702193" cy="17869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38835" y="2754121"/>
            <a:ext cx="4704017" cy="17876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pPr>
              <a:defRPr/>
            </a:pPr>
            <a:fld id="{52C491B3-F41C-4168-B532-2C57F1F7FACF}" type="datetimeFigureOut">
              <a:rPr lang="en-US" smtClean="0"/>
              <a:pPr>
                <a:defRPr/>
              </a:pPr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>
              <a:defRPr/>
            </a:pPr>
            <a:fld id="{4AC66B4A-24DB-4A59-8BFB-EAC899322132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14108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1" y="1772937"/>
            <a:ext cx="2625621" cy="1845373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3853" y="602389"/>
            <a:ext cx="4698816" cy="51435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3979" y="1116739"/>
            <a:ext cx="4698263" cy="12726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38989" y="2749415"/>
            <a:ext cx="4698311" cy="51435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38835" y="3263765"/>
            <a:ext cx="4699191" cy="12780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pPr>
              <a:defRPr/>
            </a:pPr>
            <a:fld id="{182C9C2C-0E41-4695-8338-8CA3C5D1B196}" type="datetimeFigureOut">
              <a:rPr lang="en-US" smtClean="0"/>
              <a:pPr>
                <a:defRPr/>
              </a:pPr>
              <a:t>5/30/2026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>
              <a:defRPr/>
            </a:pPr>
            <a:fld id="{CD56D24E-1FEF-4C8A-90E8-4C469A0F2CBE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50450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5897" cy="184233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8C4C0A-5AFB-4646-A1D6-4869F328FF81}" type="datetimeFigureOut">
              <a:rPr lang="en-US" smtClean="0"/>
              <a:pPr>
                <a:defRPr/>
              </a:pPr>
              <a:t>5/30/2026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32EC2C-A13C-4A86-AA24-975CC643C65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56450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pPr>
              <a:defRPr/>
            </a:pPr>
            <a:fld id="{51BB4109-5BEC-4C35-A3BD-B2667010BF7D}" type="datetimeFigureOut">
              <a:rPr lang="en-US" smtClean="0"/>
              <a:pPr>
                <a:defRPr/>
              </a:pPr>
              <a:t>5/30/2026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>
              <a:defRPr/>
            </a:pPr>
            <a:fld id="{53505FCA-0683-4857-911E-EB7D5C8EAEF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3208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4019"/>
            <a:ext cx="2625898" cy="917474"/>
          </a:xfrm>
        </p:spPr>
        <p:txBody>
          <a:bodyPr bIns="0" anchor="b">
            <a:noAutofit/>
          </a:bodyPr>
          <a:lstStyle>
            <a:lvl1pPr algn="ctr">
              <a:defRPr sz="24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2488" y="602107"/>
            <a:ext cx="4706276" cy="393745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6474" y="2685140"/>
            <a:ext cx="2625898" cy="915873"/>
          </a:xfrm>
        </p:spPr>
        <p:txBody>
          <a:bodyPr/>
          <a:lstStyle>
            <a:lvl1pPr marL="0" indent="0" algn="ctr">
              <a:buNone/>
              <a:defRPr sz="12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EC780C-7EAD-4953-A4FF-D8077D0B6414}" type="datetimeFigureOut">
              <a:rPr lang="en-US" smtClean="0"/>
              <a:pPr>
                <a:defRPr/>
              </a:pPr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0E1AF3-3F77-4517-9359-FD769ECF6F5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02310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604002" y="1273749"/>
            <a:ext cx="4456155" cy="2602816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7632" y="0"/>
            <a:ext cx="3486368" cy="51435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082" y="1770191"/>
            <a:ext cx="4332485" cy="883524"/>
          </a:xfrm>
        </p:spPr>
        <p:txBody>
          <a:bodyPr bIns="0" anchor="b">
            <a:normAutofit/>
          </a:bodyPr>
          <a:lstStyle>
            <a:lvl1pPr>
              <a:defRPr sz="27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4082" y="2658759"/>
            <a:ext cx="4332485" cy="955649"/>
          </a:xfrm>
        </p:spPr>
        <p:txBody>
          <a:bodyPr>
            <a:normAutofit/>
          </a:bodyPr>
          <a:lstStyle>
            <a:lvl1pPr marL="0" indent="0" algn="ctr">
              <a:buNone/>
              <a:defRPr sz="135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pPr>
              <a:defRPr/>
            </a:pPr>
            <a:fld id="{4B22743F-42CA-4911-BDD1-38E14416F30F}" type="datetimeFigureOut">
              <a:rPr lang="en-US" smtClean="0"/>
              <a:pPr>
                <a:defRPr/>
              </a:pPr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3505" y="4670298"/>
            <a:ext cx="4456652" cy="24003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71283" y="240030"/>
            <a:ext cx="685800" cy="240030"/>
          </a:xfrm>
        </p:spPr>
        <p:txBody>
          <a:bodyPr/>
          <a:lstStyle/>
          <a:p>
            <a:pPr>
              <a:defRPr/>
            </a:pPr>
            <a:fld id="{B97DAF5B-C3ED-40BB-8344-2D27DE5CEAE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0122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5897" cy="184233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2488" y="596039"/>
            <a:ext cx="4706276" cy="394281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4E3C3B2-F538-40E2-A035-2A3DC9B046C0}" type="datetimeFigureOut">
              <a:rPr lang="en-US" smtClean="0"/>
              <a:pPr>
                <a:defRPr/>
              </a:pPr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1A2F70-56BC-43B9-8074-9F61EBA27A02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41845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9438086" cy="5139929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5789211" y="1274692"/>
            <a:ext cx="2755857" cy="2602816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55578" y="1762444"/>
            <a:ext cx="2625896" cy="184233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2060" y="598834"/>
            <a:ext cx="4701467" cy="39429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pPr>
              <a:defRPr/>
            </a:pPr>
            <a:fld id="{165BA6E0-A410-4786-9F34-8D5D24F4EE85}" type="datetimeFigureOut">
              <a:rPr lang="en-US" smtClean="0"/>
              <a:pPr>
                <a:defRPr/>
              </a:pPr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>
              <a:defRPr/>
            </a:pPr>
            <a:fld id="{6CC9A7D9-F65F-4605-B842-A0AE2BCF979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14595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371" y="1768794"/>
            <a:ext cx="2624000" cy="1842364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237" y="596039"/>
            <a:ext cx="4462527" cy="3942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3504" y="240030"/>
            <a:ext cx="2743200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820A712-7DA9-4CAF-8691-2CDFF160603D}" type="datetimeFigureOut">
              <a:rPr lang="en-US" smtClean="0"/>
              <a:pPr>
                <a:defRPr/>
              </a:pPr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3504" y="4670298"/>
            <a:ext cx="7941564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52410" y="240030"/>
            <a:ext cx="685800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8471042-8843-4864-97BE-3A4F651DD13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95516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0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35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05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DB9977-2ED4-3A75-7983-123F3A1C0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5569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474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9F23B3-9E94-89A6-3A0D-8285BDEED7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83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BD9F7E-7F67-23D8-2E29-4C0581EBF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907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644CF8-883F-4257-1039-F9E7888117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778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237371-A419-E901-FFD3-4A23CA0A3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77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50089F-3632-0B89-0D57-E1E37306A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514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B6C86B-07F7-F2C6-8B83-413731EF9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396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D5FF0A-981E-B4FB-562A-36CFD5E5C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159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400B19-3860-67C3-F0E1-479D1FD99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619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3647F4-D799-84B3-E466-65C9BAA72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093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oster of a treasure chest&#10;&#10;AI-generated content may be incorrect.">
            <a:extLst>
              <a:ext uri="{FF2B5EF4-FFF2-40B4-BE49-F238E27FC236}">
                <a16:creationId xmlns:a16="http://schemas.microsoft.com/office/drawing/2014/main" id="{4A0170EC-D74B-68FE-28DB-2A4739DA1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72"/>
            <a:ext cx="9144000" cy="513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863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lage of images of a house and trees&#10;&#10;AI-generated content may be incorrect.">
            <a:extLst>
              <a:ext uri="{FF2B5EF4-FFF2-40B4-BE49-F238E27FC236}">
                <a16:creationId xmlns:a16="http://schemas.microsoft.com/office/drawing/2014/main" id="{59911C76-E2D7-5615-2538-93DA2BFAB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72"/>
            <a:ext cx="9144000" cy="513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870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2A66F6-A478-0E95-DBD1-9FFF2C957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884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aby sleeping with a bow on her head&#10;&#10;AI-generated content may be incorrect.">
            <a:extLst>
              <a:ext uri="{FF2B5EF4-FFF2-40B4-BE49-F238E27FC236}">
                <a16:creationId xmlns:a16="http://schemas.microsoft.com/office/drawing/2014/main" id="{32EB6BD0-ABE2-310B-496F-5EB82DC35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music course&#10;&#10;Description automatically generated">
            <a:extLst>
              <a:ext uri="{FF2B5EF4-FFF2-40B4-BE49-F238E27FC236}">
                <a16:creationId xmlns:a16="http://schemas.microsoft.com/office/drawing/2014/main" id="{DD3A2AD9-F989-BF92-5A7D-B5F407166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53944-F9B0-C4D1-9BDC-7F834427F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WOODCROSS">
            <a:extLst>
              <a:ext uri="{FF2B5EF4-FFF2-40B4-BE49-F238E27FC236}">
                <a16:creationId xmlns:a16="http://schemas.microsoft.com/office/drawing/2014/main" id="{B22E4BE2-6885-7F66-17C2-3B64FA620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Rectangle 5">
            <a:extLst>
              <a:ext uri="{FF2B5EF4-FFF2-40B4-BE49-F238E27FC236}">
                <a16:creationId xmlns:a16="http://schemas.microsoft.com/office/drawing/2014/main" id="{8C1539D7-DD91-B57F-7E2E-9AEA46F6C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71450"/>
            <a:ext cx="8458200" cy="4800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845D8A6F-34D2-A92E-400B-7F6109918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33350"/>
            <a:ext cx="8458200" cy="4800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37359D-B042-59AB-F007-AFA4E5A85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4550" y="200025"/>
            <a:ext cx="5048250" cy="470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771480"/>
      </p:ext>
    </p:extLst>
  </p:cSld>
  <p:clrMapOvr>
    <a:masterClrMapping/>
  </p:clrMapOvr>
  <p:transition spd="med"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53944-F9B0-C4D1-9BDC-7F834427F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WOODCROSS">
            <a:extLst>
              <a:ext uri="{FF2B5EF4-FFF2-40B4-BE49-F238E27FC236}">
                <a16:creationId xmlns:a16="http://schemas.microsoft.com/office/drawing/2014/main" id="{B22E4BE2-6885-7F66-17C2-3B64FA620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Rectangle 5">
            <a:extLst>
              <a:ext uri="{FF2B5EF4-FFF2-40B4-BE49-F238E27FC236}">
                <a16:creationId xmlns:a16="http://schemas.microsoft.com/office/drawing/2014/main" id="{8C1539D7-DD91-B57F-7E2E-9AEA46F6C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71450"/>
            <a:ext cx="8458200" cy="4800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845D8A6F-34D2-A92E-400B-7F6109918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899" y="127838"/>
            <a:ext cx="8458200" cy="4800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1DE99D-FAFC-AA1C-5857-E5AEF8F15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598" y="253162"/>
            <a:ext cx="5534153" cy="460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802086"/>
      </p:ext>
    </p:extLst>
  </p:cSld>
  <p:clrMapOvr>
    <a:masterClrMapping/>
  </p:clrMapOvr>
  <p:transition spd="med" advClick="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qr code on a paper bag&#10;&#10;AI-generated content may be incorrect.">
            <a:extLst>
              <a:ext uri="{FF2B5EF4-FFF2-40B4-BE49-F238E27FC236}">
                <a16:creationId xmlns:a16="http://schemas.microsoft.com/office/drawing/2014/main" id="{A2B3C352-C89A-24C2-0661-7BA9A6F39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33C9723F-95EF-1BA6-DAF7-5FD2F691F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20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107833</TotalTime>
  <Words>3</Words>
  <Application>Microsoft Office PowerPoint</Application>
  <PresentationFormat>On-screen Show (16:9)</PresentationFormat>
  <Paragraphs>3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Calibri</vt:lpstr>
      <vt:lpstr>Calibri Light</vt:lpstr>
      <vt:lpstr>Rockwell</vt:lpstr>
      <vt:lpstr>Wingdings</vt:lpstr>
      <vt:lpstr>Atlas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giasurabaya</cp:lastModifiedBy>
  <cp:revision>3230</cp:revision>
  <dcterms:created xsi:type="dcterms:W3CDTF">2020-12-10T05:56:29Z</dcterms:created>
  <dcterms:modified xsi:type="dcterms:W3CDTF">2026-05-30T02:49:21Z</dcterms:modified>
</cp:coreProperties>
</file>